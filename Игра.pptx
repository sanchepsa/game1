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22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7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49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07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63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91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5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62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87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64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5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EBBCB-A7BA-4454-8F9E-B9838B88BC5A}" type="datetimeFigureOut">
              <a:rPr lang="ru-RU" smtClean="0"/>
              <a:t>21.01.2021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1B269-1F4D-4E13-9CC9-8D6CCFA2DA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24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Игра </a:t>
            </a:r>
            <a:r>
              <a:rPr lang="en-US" dirty="0" smtClean="0"/>
              <a:t>“</a:t>
            </a:r>
            <a:r>
              <a:rPr lang="en-US" dirty="0" err="1" smtClean="0"/>
              <a:t>Cheeshoota</a:t>
            </a:r>
            <a:r>
              <a:rPr lang="en-US" dirty="0" smtClean="0"/>
              <a:t>”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Анфилофьев Александр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182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018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Игра представляет собой небольшую </a:t>
            </a:r>
            <a:r>
              <a:rPr lang="ru-RU" dirty="0" err="1" smtClean="0"/>
              <a:t>стрелялку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Вы управляете сыром, который должен стрелять по мышам (крысам).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Цель: набрать как можно больше очков. За попадание в одну мышь даётся одно очко.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2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Описание реализации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749550"/>
            <a:ext cx="10515600" cy="1755775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Язык программирования: </a:t>
            </a:r>
            <a:r>
              <a:rPr lang="en-US" dirty="0" smtClean="0"/>
              <a:t>Python.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 smtClean="0"/>
              <a:t>Библиотеки: </a:t>
            </a:r>
            <a:r>
              <a:rPr lang="en-US" dirty="0" err="1" smtClean="0"/>
              <a:t>Pycharm</a:t>
            </a:r>
            <a:r>
              <a:rPr lang="en-US" dirty="0" smtClean="0"/>
              <a:t>, </a:t>
            </a:r>
            <a:r>
              <a:rPr lang="en-US" dirty="0" err="1" smtClean="0"/>
              <a:t>os</a:t>
            </a:r>
            <a:r>
              <a:rPr lang="en-US" dirty="0" smtClean="0"/>
              <a:t>, sys, random.</a:t>
            </a:r>
          </a:p>
        </p:txBody>
      </p:sp>
    </p:spTree>
    <p:extLst>
      <p:ext uri="{BB962C8B-B14F-4D97-AF65-F5344CB8AC3E}">
        <p14:creationId xmlns:p14="http://schemas.microsoft.com/office/powerpoint/2010/main" val="254817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304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Проект нуждается в доработке.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Вскоре могут быть добавлены звуки и дополнительные виды оружия.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Игра создана в развлекательных целях.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89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</Words>
  <Application>Microsoft Office PowerPoint</Application>
  <PresentationFormat>Широкоэкранный</PresentationFormat>
  <Paragraphs>18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Игра “Cheeshoota”</vt:lpstr>
      <vt:lpstr>Введение</vt:lpstr>
      <vt:lpstr>Описание реализации</vt:lpstr>
      <vt:lpstr>Заключение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“Cheeshoota”</dc:title>
  <dc:creator>Windows User</dc:creator>
  <cp:lastModifiedBy>Windows User</cp:lastModifiedBy>
  <cp:revision>4</cp:revision>
  <dcterms:created xsi:type="dcterms:W3CDTF">2021-01-21T20:34:29Z</dcterms:created>
  <dcterms:modified xsi:type="dcterms:W3CDTF">2021-01-21T20:42:05Z</dcterms:modified>
</cp:coreProperties>
</file>